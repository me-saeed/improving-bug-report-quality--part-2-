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show how we created evidence in a real side-project workflow by improving bug reporting.
[Sources]
No external sources 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No external sources 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No external sources 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No external sources 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No external sources 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No external sources 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No external sources 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No external sources 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No external sources 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No external sources 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No external sources 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No external sources 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400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Improving Bug Report Quality in a Small Developer Team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58368" y="15087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Action Research Study in the Colorife Mobile Application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Qasim • Ibad • Arsalan • Ali • Saeed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58368" y="2148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Software Engineering (ESE-ESEng-M) — Assignment Part 2 (Create Evidence)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Motivation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102412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 chat-based bug reports caused delays and rework.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108813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828800"/>
            <a:ext cx="10927080" cy="448056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057400"/>
            <a:ext cx="1037844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were reported in a WhatsApp group (fast but unstructured)</a:t>
            </a:r>
            <a:endParaRPr lang="en-US" sz="20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were often vague ("login not working", "app crashes")</a:t>
            </a:r>
            <a:endParaRPr lang="en-US" sz="20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key details: steps to reproduce, expected vs actual, environment</a:t>
            </a:r>
            <a:endParaRPr lang="en-US" sz="20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needed follow-up questions → slower debugging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102412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effect of introducing a template?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108813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828800"/>
            <a:ext cx="10927080" cy="14630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057400"/>
            <a:ext cx="10287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introducing a structured bug report template affect bug report quality in a small developer side project?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640080" y="3520440"/>
            <a:ext cx="10927080" cy="278892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3749040"/>
            <a:ext cx="1037844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focus: clarity, completeness, reproducibility</a:t>
            </a:r>
            <a:endParaRPr lang="en-US" sz="20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goal: fewer follow-up questions and faster debugging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102412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Research (change practice → observe → reflect).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108813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828800"/>
            <a:ext cx="10927080" cy="210312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057400"/>
            <a:ext cx="10378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the developers in the project</a:t>
            </a:r>
            <a:endParaRPr lang="en-US" sz="20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introduce a lightweight intervention (template)</a:t>
            </a:r>
            <a:endParaRPr lang="en-US" sz="20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compare bug reports before vs after</a:t>
            </a:r>
            <a:endParaRPr lang="en-US" sz="20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reflect on what improved and what remains limited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005840" y="4251960"/>
            <a:ext cx="25146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4416552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538728" y="4416552"/>
            <a:ext cx="182880" cy="347472"/>
          </a:xfrm>
          <a:prstGeom prst="rightArrow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49040" y="4251960"/>
            <a:ext cx="25146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49040" y="4416552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Intervene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81928" y="4416552"/>
            <a:ext cx="182880" cy="347472"/>
          </a:xfrm>
          <a:prstGeom prst="rightArrow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92240" y="4251960"/>
            <a:ext cx="25146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4416552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effects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025128" y="4416552"/>
            <a:ext cx="182880" cy="347472"/>
          </a:xfrm>
          <a:prstGeom prst="rightArrow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235440" y="4251960"/>
            <a:ext cx="25146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35440" y="4416552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WhatsApp Bug Reports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102412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data captured from chat messages.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108813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828800"/>
            <a:ext cx="10927080" cy="448056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057400"/>
            <a:ext cx="1037844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reported as free-text messages in WhatsApp</a:t>
            </a:r>
            <a:endParaRPr lang="en-US" sz="20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extracted messages and converted them into JSON for analysis</a:t>
            </a:r>
            <a:endParaRPr lang="en-US" sz="20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issues: missing steps, unclear expected behavior, no environment details</a:t>
            </a:r>
            <a:endParaRPr lang="en-US" sz="20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patterns: “login not working”, “app freezes”, “screen blank”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6355080"/>
            <a:ext cx="10927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artifact: bug_reports_before.json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Intervention: Bug Report Template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102412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fields to capture essential information.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108813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828800"/>
            <a:ext cx="10927080" cy="461772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057400"/>
            <a:ext cx="10378440" cy="425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title</a:t>
            </a:r>
            <a:endParaRPr lang="en-US" sz="20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by + date/time</a:t>
            </a:r>
            <a:endParaRPr lang="en-US" sz="20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(platform, device, OS, app version)</a:t>
            </a:r>
            <a:endParaRPr lang="en-US" sz="20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Preconditions</a:t>
            </a:r>
            <a:endParaRPr lang="en-US" sz="20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to reproduce</a:t>
            </a:r>
            <a:endParaRPr lang="en-US" sz="20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behavior vs actual behavior</a:t>
            </a:r>
            <a:endParaRPr lang="en-US" sz="20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+ optional attachments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6446520"/>
            <a:ext cx="10927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make reports actionable with minimal back-and-forth.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Template-Based Bug Reports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102412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types of issues, reported in a consistent structure.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108813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828800"/>
            <a:ext cx="10927080" cy="448056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057400"/>
            <a:ext cx="1037844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used the template for new bug reports</a:t>
            </a:r>
            <a:endParaRPr lang="en-US" sz="20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included steps, expected vs actual, and environment details</a:t>
            </a:r>
            <a:endParaRPr lang="en-US" sz="20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reports became more consistent across reporters</a:t>
            </a:r>
            <a:endParaRPr lang="en-US" sz="20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as JSON for analysis and traceability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6355080"/>
            <a:ext cx="10927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artifact: bug_reports_after.json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102412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 comparison of before vs after reports.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108813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828800"/>
            <a:ext cx="10927080" cy="233172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057400"/>
            <a:ext cx="1037844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compared reports across three dimensions:</a:t>
            </a:r>
            <a:endParaRPr lang="en-US" sz="20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Clarity: Is the issue easy to understand?</a:t>
            </a:r>
            <a:endParaRPr lang="en-US" sz="20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Completeness: Are key fields present?</a:t>
            </a:r>
            <a:endParaRPr lang="en-US" sz="20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Reproducibility: Can another developer reproduce it from the report?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(WhatsApp)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263640" y="17830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(Template)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40080" y="2148840"/>
            <a:ext cx="5303520" cy="425196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377440"/>
            <a:ext cx="4754880" cy="3886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missing steps</a:t>
            </a:r>
            <a:endParaRPr lang="en-US" sz="20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expected/actual</a:t>
            </a:r>
            <a:endParaRPr lang="en-US" sz="20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environment info</a:t>
            </a:r>
            <a:endParaRPr lang="en-US" sz="20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Harder to reproduce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263640" y="2148840"/>
            <a:ext cx="5303520" cy="425196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2377440"/>
            <a:ext cx="4754880" cy="3886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steps</a:t>
            </a:r>
            <a:endParaRPr lang="en-US" sz="20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vs actual separated</a:t>
            </a:r>
            <a:endParaRPr lang="en-US" sz="20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captured</a:t>
            </a:r>
            <a:endParaRPr lang="en-US" sz="20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Easier to reproduce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102412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report quality improved after introducing the template.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108813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828800"/>
            <a:ext cx="109270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029968"/>
            <a:ext cx="10287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outcome: clearer, more complete, more reproducible bug reports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issues before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263640" y="17830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improvements after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40080" y="2148840"/>
            <a:ext cx="5303520" cy="425196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377440"/>
            <a:ext cx="4754880" cy="3886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“Login not working” without steps</a:t>
            </a:r>
            <a:endParaRPr lang="en-US" sz="20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Unclear severity/impact</a:t>
            </a:r>
            <a:endParaRPr lang="en-US" sz="20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device/OS</a:t>
            </a:r>
            <a:endParaRPr lang="en-US" sz="20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back-and-forth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263640" y="2148840"/>
            <a:ext cx="5303520" cy="425196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2377440"/>
            <a:ext cx="4754880" cy="3886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reproduction</a:t>
            </a:r>
            <a:endParaRPr lang="en-US" sz="20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expected vs actual</a:t>
            </a:r>
            <a:endParaRPr lang="en-US" sz="20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included</a:t>
            </a:r>
            <a:endParaRPr lang="en-US" sz="20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triage &amp; fixing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&amp; Reflection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102412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 from changing the process.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108813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828800"/>
            <a:ext cx="10927080" cy="45262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057400"/>
            <a:ext cx="10378440" cy="4160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Chat-based reporting is convenient but often incomplete</a:t>
            </a:r>
            <a:endParaRPr lang="en-US" sz="20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 template improves team communication</a:t>
            </a:r>
            <a:endParaRPr lang="en-US" sz="20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reports reduce wasted debugging time and follow-up questions</a:t>
            </a:r>
            <a:endParaRPr lang="en-US" sz="20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is easy for small teams (no new tooling required)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102412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and generalization considerations.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108813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828800"/>
            <a:ext cx="10927080" cy="448056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057400"/>
            <a:ext cx="1037844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project context (Colorife)</a:t>
            </a:r>
            <a:endParaRPr lang="en-US" sz="20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team (5 developers)</a:t>
            </a:r>
            <a:endParaRPr lang="en-US" sz="20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 assessment (no formal statistical testing)</a:t>
            </a:r>
            <a:endParaRPr lang="en-US" sz="20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may not generalize to all teams, but are practical for small projects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102412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from practice: small changes can help.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108813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828800"/>
            <a:ext cx="10927080" cy="448056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057400"/>
            <a:ext cx="1037844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 a bug report template improved report quality</a:t>
            </a:r>
            <a:endParaRPr lang="en-US" sz="20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Research helped us create evidence from real practice</a:t>
            </a:r>
            <a:endParaRPr lang="en-US" sz="20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keep the template and enforce it for all new bug reports</a:t>
            </a:r>
            <a:endParaRPr lang="en-US" sz="20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improvement: integrate template into issue tracker (e.g., GitHub/Jira)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6446520"/>
            <a:ext cx="10927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Colorife team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Colorife – Part 2 Presentation</dc:title>
  <dc:subject>ESE-ESEng-M – Assignment Part 2</dc:subject>
  <dc:creator>GPT-5.2 Thinking</dc:creator>
  <cp:lastModifiedBy>GPT-5.2 Thinking</cp:lastModifiedBy>
  <cp:revision>1</cp:revision>
  <dcterms:created xsi:type="dcterms:W3CDTF">2026-01-25T02:47:15Z</dcterms:created>
  <dcterms:modified xsi:type="dcterms:W3CDTF">2026-01-25T02:47:15Z</dcterms:modified>
</cp:coreProperties>
</file>